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323" r:id="rId4"/>
    <p:sldId id="322" r:id="rId5"/>
    <p:sldId id="321" r:id="rId6"/>
    <p:sldId id="320" r:id="rId7"/>
    <p:sldId id="319" r:id="rId8"/>
    <p:sldId id="324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5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31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5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3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9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2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1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18187" y="2766004"/>
            <a:ext cx="8755626" cy="164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en-US" sz="2800" b="1" kern="0" dirty="0">
                <a:solidFill>
                  <a:srgbClr val="4BACC6">
                    <a:lumMod val="75000"/>
                  </a:srgbClr>
                </a:solidFill>
              </a:rPr>
              <a:t>KR24_RTRP_II-II_2026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2800" b="1" i="0" u="none" strike="noStrike" kern="0" cap="none" spc="0" normalizeH="0" baseline="3000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Milestone Review Project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Date: </a:t>
            </a:r>
            <a:r>
              <a:rPr lang="en-US" sz="2000" b="1" kern="0" dirty="0">
                <a:solidFill>
                  <a:srgbClr val="4BACC6">
                    <a:lumMod val="75000"/>
                  </a:srgbClr>
                </a:solidFill>
              </a:rPr>
              <a:t>04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-04-2026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6811" y="4456329"/>
            <a:ext cx="4839764" cy="22730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Members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Soumya – 25BD5A6610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Spoorthy – 24BD1A663F</a:t>
            </a:r>
            <a:endParaRPr lang="en-I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Shyam – 25BD5A0541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Vyshnavi – 25BD5A6611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Pranay – 25BD5A0506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51CFB20-BF85-80BD-477B-14C7A76949D5}"/>
              </a:ext>
            </a:extLst>
          </p:cNvPr>
          <p:cNvSpPr txBox="1">
            <a:spLocks/>
          </p:cNvSpPr>
          <p:nvPr/>
        </p:nvSpPr>
        <p:spPr>
          <a:xfrm>
            <a:off x="7028383" y="4456330"/>
            <a:ext cx="4610100" cy="22730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Mentor &amp; Domain Head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Mr.Vikas</a:t>
            </a: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205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3F8B0-6282-99B1-93A0-C4F705D327DE}"/>
              </a:ext>
            </a:extLst>
          </p:cNvPr>
          <p:cNvSpPr txBox="1"/>
          <p:nvPr/>
        </p:nvSpPr>
        <p:spPr>
          <a:xfrm>
            <a:off x="882944" y="261176"/>
            <a:ext cx="104261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5CB75-C0BF-49CC-2D4C-6D5FB9214585}"/>
              </a:ext>
            </a:extLst>
          </p:cNvPr>
          <p:cNvSpPr txBox="1"/>
          <p:nvPr/>
        </p:nvSpPr>
        <p:spPr>
          <a:xfrm>
            <a:off x="962965" y="845951"/>
            <a:ext cx="10266067" cy="4628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Artifakt Element Black" panose="020B0A03050000020004" pitchFamily="34" charset="0"/>
              <a:ea typeface="Artifakt Element Black" panose="020B0A030500000200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Artifakt Element Black" panose="020B0A03050000020004" pitchFamily="34" charset="0"/>
              <a:ea typeface="Artifakt Element Black" panose="020B0A030500000200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Title Slide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Content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Requirement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Design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Development/Implementation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Project Status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Learnings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tifakt Element Black" panose="020B0A03050000020004" pitchFamily="34" charset="0"/>
                <a:ea typeface="Artifakt Element Black" panose="020B0A030500000200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23661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12A0-BF48-2BD5-0527-690BC375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52095-1E06-92A6-8BED-8F94FD56D16C}"/>
              </a:ext>
            </a:extLst>
          </p:cNvPr>
          <p:cNvSpPr txBox="1"/>
          <p:nvPr/>
        </p:nvSpPr>
        <p:spPr>
          <a:xfrm>
            <a:off x="802921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INTRODUCTION  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AFB47-235B-5172-F5FE-317016BE1FA5}"/>
              </a:ext>
            </a:extLst>
          </p:cNvPr>
          <p:cNvSpPr txBox="1"/>
          <p:nvPr/>
        </p:nvSpPr>
        <p:spPr>
          <a:xfrm>
            <a:off x="1030080" y="1181510"/>
            <a:ext cx="10266067" cy="4578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Problem Statement 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Urban air pollution is increasing rapidly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People become aware </a:t>
            </a:r>
            <a:r>
              <a:rPr lang="en-US" sz="1400" b="1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only after pollution reaches harmful levels</a:t>
            </a: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Lack of </a:t>
            </a:r>
            <a:r>
              <a:rPr lang="en-US" sz="1400" b="1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localized and predictive smog alert systems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b="1" dirty="0"/>
              <a:t>Objective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Predict </a:t>
            </a:r>
            <a:r>
              <a:rPr lang="en-US" sz="1400" b="1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Air Quality Index (AQI)</a:t>
            </a: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using pollution data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Provide </a:t>
            </a:r>
            <a:r>
              <a:rPr lang="en-US" sz="1400" b="1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early smog warnings</a:t>
            </a: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to users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Enable </a:t>
            </a:r>
            <a:r>
              <a:rPr lang="en-US" sz="1400" b="1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preventive decision-making</a:t>
            </a: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</a:t>
            </a:r>
          </a:p>
          <a:p>
            <a:endParaRPr lang="en-US" sz="1400" dirty="0"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endParaRPr lang="en-US" sz="1400" dirty="0"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r>
              <a:rPr lang="en-US" sz="2400" b="1" dirty="0"/>
              <a:t>Proposed Solution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Machine Learning-based AQI prediction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Dynamic frontend displaying </a:t>
            </a:r>
            <a:r>
              <a:rPr lang="en-US" sz="1400" b="1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Safe / Moderate / Smog conditions</a:t>
            </a: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Future integration of </a:t>
            </a:r>
            <a:r>
              <a:rPr lang="en-US" sz="1400" b="1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real-time alerts and health recommendations</a:t>
            </a:r>
            <a:r>
              <a:rPr 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7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1D33-2B83-9A0C-A740-5B3B2C40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C1023-E687-BA37-AA43-E14E164EC872}"/>
              </a:ext>
            </a:extLst>
          </p:cNvPr>
          <p:cNvSpPr txBox="1"/>
          <p:nvPr/>
        </p:nvSpPr>
        <p:spPr>
          <a:xfrm>
            <a:off x="882944" y="261176"/>
            <a:ext cx="104261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REQUIREMENT </a:t>
            </a:r>
          </a:p>
          <a:p>
            <a:pPr>
              <a:defRPr/>
            </a:pPr>
            <a:endParaRPr lang="en-IN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IN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830ED-44EF-C7F9-4825-04BEA9595FFE}"/>
              </a:ext>
            </a:extLst>
          </p:cNvPr>
          <p:cNvSpPr txBox="1"/>
          <p:nvPr/>
        </p:nvSpPr>
        <p:spPr>
          <a:xfrm>
            <a:off x="1042988" y="955008"/>
            <a:ext cx="1026606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Features: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Input pollution parameters (PM2.5, PM10, NO2, SO2, O3, CO)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AQI prediction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Smog alert system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Dynamic visual interface </a:t>
            </a:r>
          </a:p>
          <a:p>
            <a:pPr lvl="1"/>
            <a:endParaRPr lang="en-IN" sz="1400" dirty="0"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r>
              <a:rPr lang="en-IN" b="1" dirty="0"/>
              <a:t>Use Cases: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User checks air quality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User receives early pollution warning </a:t>
            </a:r>
          </a:p>
          <a:p>
            <a:pPr lvl="1"/>
            <a:endParaRPr lang="en-IN" sz="1400" dirty="0"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r>
              <a:rPr lang="en-IN" b="1" dirty="0"/>
              <a:t>Functional Requirements: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Accept pollution inputs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Predict AQI using ML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Display alerts based on AQI</a:t>
            </a:r>
          </a:p>
          <a:p>
            <a:pPr lvl="1"/>
            <a:endParaRPr lang="en-IN" sz="1400" dirty="0"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r>
              <a:rPr lang="en-IN" b="1" dirty="0"/>
              <a:t>Non-Functional Requirements: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Fast response time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User-friendly interface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Scalable system </a:t>
            </a:r>
            <a:endParaRPr lang="en-IN" sz="1400" b="1" dirty="0"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063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9F80-F453-A0C9-DB74-A74C76E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F1F71-E7CA-1E78-DFFE-0CE48650C176}"/>
              </a:ext>
            </a:extLst>
          </p:cNvPr>
          <p:cNvSpPr txBox="1"/>
          <p:nvPr/>
        </p:nvSpPr>
        <p:spPr>
          <a:xfrm>
            <a:off x="882944" y="261176"/>
            <a:ext cx="104261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46C55-BAB0-C00A-DDAE-4AA2D5E701A5}"/>
              </a:ext>
            </a:extLst>
          </p:cNvPr>
          <p:cNvSpPr txBox="1"/>
          <p:nvPr/>
        </p:nvSpPr>
        <p:spPr>
          <a:xfrm>
            <a:off x="988132" y="845951"/>
            <a:ext cx="10266067" cy="5748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Solution Flow:</a:t>
            </a:r>
            <a:r>
              <a:rPr lang="en-IN" dirty="0"/>
              <a:t>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User → React Frontend → Node.js Backend → ML Model → AQI → UI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</a:t>
            </a:r>
          </a:p>
          <a:p>
            <a:r>
              <a:rPr lang="en-IN" b="1" dirty="0"/>
              <a:t>System Components:</a:t>
            </a:r>
            <a:r>
              <a:rPr lang="en-IN" dirty="0"/>
              <a:t>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Frontend: React JS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Backend: Node.js + Express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ML Model: LSTM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AI Layer: </a:t>
            </a:r>
            <a:r>
              <a:rPr lang="en-IN" sz="1400" dirty="0" err="1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LLaMA</a:t>
            </a:r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2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Database: MongoDB</a:t>
            </a:r>
          </a:p>
          <a:p>
            <a:r>
              <a:rPr lang="en-IN" b="1" dirty="0"/>
              <a:t>UI Design:</a:t>
            </a:r>
            <a:r>
              <a:rPr lang="en-IN" dirty="0"/>
              <a:t> </a:t>
            </a:r>
            <a:endParaRPr lang="en-IN" sz="1400" dirty="0"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Input form for pollutant values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AQI display panel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Dynamic background (Clear / Moderate / Smog) </a:t>
            </a:r>
          </a:p>
          <a:p>
            <a:pPr lvl="1"/>
            <a:endParaRPr lang="en-IN" sz="1400" dirty="0"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r>
              <a:rPr lang="en-IN" b="1" dirty="0"/>
              <a:t>Design Advantages:</a:t>
            </a:r>
            <a:r>
              <a:rPr lang="en-IN" dirty="0"/>
              <a:t>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Modular architecture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Easy integration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Scalable and flexible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4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7B49-7958-0BE3-B6FF-B55F51CC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7CFC9-623F-33E6-06BA-2AE3FEC5A3CE}"/>
              </a:ext>
            </a:extLst>
          </p:cNvPr>
          <p:cNvSpPr txBox="1"/>
          <p:nvPr/>
        </p:nvSpPr>
        <p:spPr>
          <a:xfrm>
            <a:off x="882942" y="261176"/>
            <a:ext cx="104261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908F0-8B71-8411-23F0-802D1DC84E21}"/>
              </a:ext>
            </a:extLst>
          </p:cNvPr>
          <p:cNvSpPr txBox="1"/>
          <p:nvPr/>
        </p:nvSpPr>
        <p:spPr>
          <a:xfrm>
            <a:off x="279588" y="653004"/>
            <a:ext cx="10266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DAF31-4329-18E9-4FFF-1E611B39B6A1}"/>
              </a:ext>
            </a:extLst>
          </p:cNvPr>
          <p:cNvSpPr txBox="1"/>
          <p:nvPr/>
        </p:nvSpPr>
        <p:spPr>
          <a:xfrm>
            <a:off x="431988" y="805404"/>
            <a:ext cx="10266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6CBC2-A763-7448-7A2F-A6D7F9FB0ADB}"/>
              </a:ext>
            </a:extLst>
          </p:cNvPr>
          <p:cNvSpPr txBox="1"/>
          <p:nvPr/>
        </p:nvSpPr>
        <p:spPr>
          <a:xfrm>
            <a:off x="584388" y="957804"/>
            <a:ext cx="10266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E5CF8-CAC0-4372-95AE-1261F7902417}"/>
              </a:ext>
            </a:extLst>
          </p:cNvPr>
          <p:cNvSpPr txBox="1"/>
          <p:nvPr/>
        </p:nvSpPr>
        <p:spPr>
          <a:xfrm>
            <a:off x="736788" y="1110204"/>
            <a:ext cx="10266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75D1A-E96C-587F-4D35-93671C563A5F}"/>
              </a:ext>
            </a:extLst>
          </p:cNvPr>
          <p:cNvSpPr txBox="1"/>
          <p:nvPr/>
        </p:nvSpPr>
        <p:spPr>
          <a:xfrm>
            <a:off x="882942" y="1320730"/>
            <a:ext cx="1026606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r>
              <a:rPr lang="en-IN" b="1" dirty="0"/>
              <a:t>Implementation Approach:</a:t>
            </a:r>
            <a:r>
              <a:rPr lang="en-IN" dirty="0"/>
              <a:t>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Frontend developed first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ML model trained separately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Backend integration planned </a:t>
            </a:r>
          </a:p>
          <a:p>
            <a:endParaRPr lang="en-IN" b="1" dirty="0"/>
          </a:p>
          <a:p>
            <a:r>
              <a:rPr lang="en-IN" b="1" dirty="0"/>
              <a:t>ML Logic:</a:t>
            </a:r>
            <a:r>
              <a:rPr lang="en-IN" dirty="0"/>
              <a:t>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Input pollution values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Predict AQI using model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If AQI &gt; 200 → Smog Alert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Else → Safe / Moderate </a:t>
            </a:r>
          </a:p>
          <a:p>
            <a:endParaRPr lang="en-IN" b="1" dirty="0"/>
          </a:p>
          <a:p>
            <a:r>
              <a:rPr lang="en-IN" b="1" dirty="0"/>
              <a:t>Tools Used:</a:t>
            </a:r>
            <a:r>
              <a:rPr lang="en-IN" dirty="0"/>
              <a:t>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React JS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Node.js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Python (scikit-learn)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VS Code </a:t>
            </a:r>
          </a:p>
          <a:p>
            <a:endParaRPr lang="en-IN" b="1" dirty="0"/>
          </a:p>
          <a:p>
            <a:r>
              <a:rPr lang="en-IN" b="1" dirty="0"/>
              <a:t>Testing:</a:t>
            </a:r>
            <a:r>
              <a:rPr lang="en-IN" dirty="0"/>
              <a:t>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Valid inputs → correct AQI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High AQI → Smog alert </a:t>
            </a:r>
          </a:p>
          <a:p>
            <a:pPr lvl="1"/>
            <a:r>
              <a:rPr lang="en-IN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UI changes dynamically </a:t>
            </a:r>
          </a:p>
        </p:txBody>
      </p:sp>
    </p:spTree>
    <p:extLst>
      <p:ext uri="{BB962C8B-B14F-4D97-AF65-F5344CB8AC3E}">
        <p14:creationId xmlns:p14="http://schemas.microsoft.com/office/powerpoint/2010/main" val="2950516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A60F-8639-EADD-081C-DABFA82D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AF2B25-5DBC-2D18-F438-3E22A904864A}"/>
              </a:ext>
            </a:extLst>
          </p:cNvPr>
          <p:cNvSpPr txBox="1"/>
          <p:nvPr/>
        </p:nvSpPr>
        <p:spPr>
          <a:xfrm>
            <a:off x="882944" y="261176"/>
            <a:ext cx="104261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PROJECT STATUS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3940E-46E6-40AE-D40B-0278B604695A}"/>
              </a:ext>
            </a:extLst>
          </p:cNvPr>
          <p:cNvSpPr txBox="1"/>
          <p:nvPr/>
        </p:nvSpPr>
        <p:spPr>
          <a:xfrm>
            <a:off x="962965" y="4713280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9EBE523-1B87-7351-E31A-9A449DEB1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518" y="3682663"/>
            <a:ext cx="31374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A20D571-1273-F6E3-E010-85A9F4AEB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786187"/>
            <a:ext cx="4368504" cy="11572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Completed: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ML model training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	Frontend 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	AQI-based visualization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In Progress: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Backend API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	ML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Remaining: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Database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	AI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LLaMA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 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	Deployment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Timeline: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	Backend integration in next 1–2 weeks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397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1280-C949-031A-6FDE-067206D2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2FD9E-27D6-1D00-9DC3-ECE1FC7A5D0D}"/>
              </a:ext>
            </a:extLst>
          </p:cNvPr>
          <p:cNvSpPr txBox="1"/>
          <p:nvPr/>
        </p:nvSpPr>
        <p:spPr>
          <a:xfrm>
            <a:off x="882944" y="261176"/>
            <a:ext cx="104261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LEARNINGS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C84FF-E795-E669-D7A2-E8F984B1FA05}"/>
              </a:ext>
            </a:extLst>
          </p:cNvPr>
          <p:cNvSpPr txBox="1"/>
          <p:nvPr/>
        </p:nvSpPr>
        <p:spPr>
          <a:xfrm>
            <a:off x="962965" y="4226718"/>
            <a:ext cx="10266067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4EA1FB-946A-CBAF-665F-2629EE7C6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41830"/>
            <a:ext cx="381386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Skills: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React frontend development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Machine Learning </a:t>
            </a:r>
            <a:r>
              <a:rPr lang="en-US" altLang="en-US" sz="1400" dirty="0">
                <a:latin typeface="Artifakt Element Book" panose="020B0503050000020004" pitchFamily="34" charset="0"/>
                <a:ea typeface="Artifakt Element Book" panose="020B0503050000020004" pitchFamily="34" charset="0"/>
              </a:rPr>
              <a:t>(LSTM)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Book" panose="020B0503050000020004" pitchFamily="34" charset="0"/>
              <a:ea typeface="Artifakt Element Book" panose="020B05030500000200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AQI and pollution analysis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Insights:</a:t>
            </a:r>
            <a:endParaRPr lang="en-US" altLang="en-US" dirty="0"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Importance of data quality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Understanding ML limitations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System architecture design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Demo: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Working frontend (local)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Book" panose="020B0503050000020004" pitchFamily="34" charset="0"/>
                <a:ea typeface="Artifakt Element Book" panose="020B0503050000020004" pitchFamily="34" charset="0"/>
              </a:rPr>
              <a:t>AQI-based UI simulation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543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E8147-357D-7FED-7729-847B9FCECC3E}"/>
              </a:ext>
            </a:extLst>
          </p:cNvPr>
          <p:cNvSpPr txBox="1"/>
          <p:nvPr/>
        </p:nvSpPr>
        <p:spPr>
          <a:xfrm>
            <a:off x="4635910" y="2721114"/>
            <a:ext cx="2920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tifakt Element Book" panose="020B0503050000020004" pitchFamily="34" charset="0"/>
                <a:ea typeface="Artifakt Element Book" panose="020B05030500000200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789780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</TotalTime>
  <Words>432</Words>
  <Application>Microsoft Office PowerPoint</Application>
  <PresentationFormat>Widescreen</PresentationFormat>
  <Paragraphs>181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Artifakt Element Black</vt:lpstr>
      <vt:lpstr>Artifakt Element Book</vt:lpstr>
      <vt:lpstr>Calibri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Sheldon</dc:creator>
  <cp:lastModifiedBy>Spoorthy Munukuntla</cp:lastModifiedBy>
  <cp:revision>30</cp:revision>
  <dcterms:created xsi:type="dcterms:W3CDTF">2024-06-11T09:24:19Z</dcterms:created>
  <dcterms:modified xsi:type="dcterms:W3CDTF">2026-04-03T16:19:21Z</dcterms:modified>
</cp:coreProperties>
</file>